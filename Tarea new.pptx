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64D30-280D-4F2C-AF54-5CEECF808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7F2FB7-C6CF-491E-80F3-720598AF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FF6962-F434-443F-990F-B8CB04F5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C35DB-0FA4-414E-B64A-2B673AC1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16AB5F-0ECF-48B1-8C50-61EF12E3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1192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DD8CC-0DD4-4F06-9F68-4586CA44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7E8656-9C59-430E-AECC-533600EC2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E6BD2D-AA24-494A-A76D-DCF8D334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D86D2-D684-44C9-958F-7D58FD58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94FA2-D94F-435D-BD8A-18C7E19B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6536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B90F9-91D1-49DE-A27F-03F2547A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C8EA1C-16D9-4F1C-AF97-8E1380084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5FC914-27EA-4527-AE0D-5CB73910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A0444B-4091-4649-BA3F-0A9CD215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54E3-79A7-4122-854A-D24C66E0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2915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1712B-A539-4676-AC5C-A73EBFBC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F92CB-E965-47EF-9EEF-A553B24DE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F61AF3-CFB0-4BAE-90A7-2522F1896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4585A2-61F8-4C0F-8895-D17DD41D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C834EF-A154-45EF-8ADE-88DDB33E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B3AE3A-23AA-4D5C-80FB-7368CD6D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9434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CB70B-1D6D-4212-94D2-863AE6CE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2E526D-EDC1-4454-83B3-436D621DB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5F8D57-18EC-4689-B890-C5946F3D4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C12633-5F6D-45EA-AE8C-8D504BC4D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CBCE40-58F5-417B-B744-DBC1A3D2A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A964807-EDC1-4080-883D-AF6E576C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20A500-A331-4AE2-B0B8-61461765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98D4A7-E261-4662-AEE7-6EA4D759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305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FF139-B153-48D5-8E33-670DF874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085D7D-4D16-4F84-AB26-8AFC9A99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964BED-E067-4C93-ACA3-CBD11DED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A45D34-F58D-4E0B-AD0D-C8AB279D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0433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16F9ED-35BD-4DCF-A55E-F15AF758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FEBDCC-A5E8-4F85-A4C8-F0A216D9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1FD9B9-57DF-4F1F-8699-DA4925FE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49954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C99AA-2D8C-4F7D-89F1-49CBD194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ECC1DB-BC26-48D9-92B2-045FD85A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BAB757-994E-4D13-BFE8-52E182797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CE9B14-03CF-465A-ADD8-03A617B6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8EFFC-1CFD-4811-B2FD-CD91F0DA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35BE0D-6FC0-4D86-BAFA-D583FB6B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6747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7FF72-B1FA-4C49-92D8-2DCAB4F2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A16D2B-1D3E-4D17-86A1-DA9DFA97C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3AE7CB-4C38-4AF2-84D9-7D4C58C46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B56E70-D430-4AFE-AC9F-EE01E92C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6DFE30-E9D2-4625-BC8A-C91EBB1F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76EC4A-F2AD-4D88-96F7-93FF4160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4126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05C8D-1F1B-40D7-9DAB-84C12F29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B0B69C-30FC-46D4-94A8-B5C056892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25A117-BB5E-43F4-8461-E45F8146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9CD4A8-23EC-446B-93CC-73E29882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41CE7-ED45-4A57-834A-E4B9A9C2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9880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E098CA-87DC-40B9-8DF1-76318600B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ED0B12-9926-421F-8BB6-5273AC188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C2A00A-5D25-4561-A136-66AD4A6E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FC4FF1-7E49-4EA4-9FA9-A4DCAED1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2DD5DF-5C15-4AB6-913E-3D297794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1338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A5F00D-8CEE-48FD-86DA-2AA151A0F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E0E9BA-12CF-41B8-9FD1-CF8D0E1A8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6159A6-EBC8-467D-8002-1FACF52D5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E302E-A17E-48B6-94E4-1186A7FA1AA8}" type="datetimeFigureOut">
              <a:rPr lang="es-VE" smtClean="0"/>
              <a:t>13/2/2026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268467-E6FA-4A5A-8753-EB2A70F04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BEB034-E8BD-4648-A273-12F997025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7D5E7-6044-42A8-9E27-6306C3DBD00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0977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12081-008A-4CDF-9BDB-468A2D90A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Estructura de control de flujo</a:t>
            </a:r>
            <a:endParaRPr lang="es-V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DE93C7-700D-4256-897B-A568104AD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Son el cerebro del programa🖥🖥🖥🖥🖥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54428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5A21B-E293-453A-AF39-A3FF709A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Que son ?: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F15A5B-432C-463D-B2B9-188BED496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Son herramientas o mejor dicho mecanismo que deciden el orden en que se ejecutan las instrucciones del programa ⚙⚙⚙⚙⚙⚙⚙⚙🔧🖥💻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749227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9A44A-4956-424C-96B3-34F8D5DB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Condicionales: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704767-5E46-4694-A579-DC95A8350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 err="1"/>
              <a:t>If</a:t>
            </a:r>
            <a:r>
              <a:rPr lang="es-419" dirty="0"/>
              <a:t>(true)</a:t>
            </a:r>
          </a:p>
          <a:p>
            <a:r>
              <a:rPr lang="es-419" dirty="0" err="1"/>
              <a:t>Else</a:t>
            </a:r>
            <a:r>
              <a:rPr lang="es-419" dirty="0"/>
              <a:t>(false)</a:t>
            </a:r>
          </a:p>
          <a:p>
            <a:r>
              <a:rPr lang="es-419" dirty="0" err="1"/>
              <a:t>Swicht</a:t>
            </a:r>
            <a:r>
              <a:rPr lang="es-419" dirty="0"/>
              <a:t>(</a:t>
            </a:r>
            <a:r>
              <a:rPr lang="es-419" dirty="0" err="1"/>
              <a:t>Multiples</a:t>
            </a:r>
            <a:r>
              <a:rPr lang="es-419" dirty="0"/>
              <a:t> valores para una sola variable)</a:t>
            </a:r>
          </a:p>
        </p:txBody>
      </p:sp>
    </p:spTree>
    <p:extLst>
      <p:ext uri="{BB962C8B-B14F-4D97-AF65-F5344CB8AC3E}">
        <p14:creationId xmlns:p14="http://schemas.microsoft.com/office/powerpoint/2010/main" val="42760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6B57E-94D0-4840-86B3-0F8E4ACB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Que son los condicionales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39D63-15AC-44DB-8AD3-1873295D3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419" dirty="0"/>
              <a:t>-Se resumen en que son estructuras de control fundamental que permiten al </a:t>
            </a:r>
            <a:r>
              <a:rPr lang="es-419" dirty="0" err="1"/>
              <a:t>sofware</a:t>
            </a:r>
            <a:r>
              <a:rPr lang="es-419" dirty="0"/>
              <a:t> tomar decisiones y bifurcar el flujo de ejecución basándose en si una función es verdadera o no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515551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298BC-69FB-46C3-B9E1-679660D2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	Bucles: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3EFF0-407D-4E9B-95B4-EE34E531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 err="1"/>
              <a:t>For</a:t>
            </a:r>
            <a:r>
              <a:rPr lang="es-419" dirty="0"/>
              <a:t> </a:t>
            </a:r>
          </a:p>
          <a:p>
            <a:r>
              <a:rPr lang="es-419" dirty="0" err="1"/>
              <a:t>While</a:t>
            </a:r>
            <a:endParaRPr lang="es-419" dirty="0"/>
          </a:p>
          <a:p>
            <a:r>
              <a:rPr lang="es-419" dirty="0"/>
              <a:t>Do-</a:t>
            </a:r>
            <a:r>
              <a:rPr lang="es-419" dirty="0" err="1"/>
              <a:t>while</a:t>
            </a:r>
            <a:endParaRPr lang="es-419" dirty="0"/>
          </a:p>
          <a:p>
            <a:r>
              <a:rPr lang="es-419" dirty="0"/>
              <a:t>🎡🎡🎡🖥🎡🎡🎡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7771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C4B14-1069-4EC6-980B-3E496F3A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Bucles que son?: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673384-8424-4108-92CB-0228744C4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Son estructura de control que permiten repetir un bloque de código</a:t>
            </a:r>
          </a:p>
          <a:p>
            <a:r>
              <a:rPr lang="es-419" dirty="0"/>
              <a:t>∞∞∞∞∞∞∞∞∞∞∞∞∞∞∞∞∞∞∞∞∞∞∞∞∞∞∞∞∞∞∞∞ 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80932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59CCF-302B-43BC-B6D7-74865030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Funciones: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65D922-9E48-4FE2-9E7C-75C80740B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Realiza una tarea concreta y que puede reutilizarse todas la veces que sea necesario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8020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D7CBD-5C0C-4FAD-9DD2-C536E3AF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Scope</a:t>
            </a:r>
            <a:r>
              <a:rPr lang="es-419" dirty="0"/>
              <a:t>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D11ED-0C44-450C-A280-BFF8EB5C8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Se refiere al contexto o área dentro del código donde una variable , función o dato es accesible y puede ser usado</a:t>
            </a:r>
          </a:p>
          <a:p>
            <a:endParaRPr lang="es-419" dirty="0"/>
          </a:p>
          <a:p>
            <a:r>
              <a:rPr lang="es-419" dirty="0"/>
              <a:t>Global</a:t>
            </a:r>
          </a:p>
          <a:p>
            <a:r>
              <a:rPr lang="es-419" dirty="0"/>
              <a:t>Local</a:t>
            </a:r>
          </a:p>
          <a:p>
            <a:r>
              <a:rPr lang="es-419" dirty="0"/>
              <a:t>bloque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67860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4D9A7-FAF2-4946-A7DB-595F13B9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Hoisting</a:t>
            </a:r>
            <a:r>
              <a:rPr lang="es-419" dirty="0"/>
              <a:t>: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D4AF6D-9A42-45DF-BBC3-5B689546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Es un comportamiento interno de </a:t>
            </a:r>
            <a:r>
              <a:rPr lang="es-419" dirty="0" err="1"/>
              <a:t>javascript</a:t>
            </a:r>
            <a:r>
              <a:rPr lang="es-419" dirty="0"/>
              <a:t> donde las declaraciones de la variable se mueven a la parte superior de contexto (ya sea global o de la función)</a:t>
            </a:r>
          </a:p>
          <a:p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131520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185</Words>
  <Application>Microsoft Office PowerPoint</Application>
  <PresentationFormat>Panorámica</PresentationFormat>
  <Paragraphs>28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Estructura de control de flujo</vt:lpstr>
      <vt:lpstr>Que son ?:</vt:lpstr>
      <vt:lpstr>Condicionales:</vt:lpstr>
      <vt:lpstr>Que son los condicionales</vt:lpstr>
      <vt:lpstr> Bucles:</vt:lpstr>
      <vt:lpstr>Bucles que son?:</vt:lpstr>
      <vt:lpstr>Funciones:</vt:lpstr>
      <vt:lpstr>Scope:</vt:lpstr>
      <vt:lpstr>Hoisting: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 de control de flujo</dc:title>
  <dc:creator>alejandro pirela</dc:creator>
  <cp:lastModifiedBy>alejandro pirela</cp:lastModifiedBy>
  <cp:revision>3</cp:revision>
  <dcterms:created xsi:type="dcterms:W3CDTF">2026-02-13T12:17:37Z</dcterms:created>
  <dcterms:modified xsi:type="dcterms:W3CDTF">2026-02-13T12:42:11Z</dcterms:modified>
</cp:coreProperties>
</file>